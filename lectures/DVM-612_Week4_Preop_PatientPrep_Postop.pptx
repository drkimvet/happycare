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Skip NSAID because of AAHA/AAFP 2015 GI risk, not because albumin was measured. DexSP dose and time are not on this teaching record: do not invent them. Blood-pressure floors are Grubb 2020, not a Willie tracing.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The filled column is the intraoperative operating range from Grubb 2020, fluids from Pardo 2024. Heart rate: keep below tachycardia, large dog 150, small dog 190, cat 180. Do not invent a 60 to 140 dog band. Blood pressure: stay at or above SAP 90, MAP 70, DAP 40; hypertension is MAP over 120 to 140 or SAP over 160 to 180. Do not invent SAP 90 to 140 or MAP 70 to 110. ETCO2 40 to 50, up to 55, start PPV if over 60. SpO2 at least 95 percent. Temperature at least 98 Fahrenheit. Circle oxygen 2 to 3 liters then 20 to 40 milliliters per kilogram per minute, minimum 500. Fluids: dog 5, cat 3 to 5 milliliters per kilogram per hour. Inhalant to effect. Time cells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24 HOURS OF MONITORING AND COMPLICATION MANAGEMENT. CPE MOA 2026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CLIP TO ANATOMIC LANDMARKS, NOT A FIXED 20 CM.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OPERATING RANGE IS GRUBB 2020 FLOORS AND ALERTS. TIME CELLS STAY EMPTY UNTIL A REAL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MONITOR AND MANAGE. HEMORRHAGE, HERNIA, AND DEHISCENCE ARE TECHNICAL FAILURES YOU MUST RECOGNIZE.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