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two formulas. Dog ETT starting estimate: kilograms divided by 4, plus 3.5. Confirm with Grubb 2020: largest tube that passes the arytenoids without trauma; tip midway from larynx to thoracic inlet. Cuff holds a leak to 20 centimeters of water; that number is in the CPE MOA. Bag: kilograms times 60 milliliters, round up. Willie: 7.0 millimeter tube, 1 liter bag, circle. A 4 kilogram cat: 0.5 liter bag, non-rebreathing, 200 to 400 milliliters per kilogram per minute of oxygen per Grubb 2020. Leak-test, then open the pop-off. Premed still belongs here: exam first, IM or SQ, DKT and BAA for healthy patients, alfaxalone for Willie.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the board math: Willie 7.0 millimeter tube, 1 liter bag. B is Roberts 1986 bottle math. D is CHG off the cornea. If a student asks about the blocked cat: stabilize potassium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Willie 13.7 kg: start 7.0 mm ETT, 1 L bag. Iodine if asked: Roberts 1 to 50 of 10 percent stock.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 Premedicate only after that exam.</a:t>
            </a:r>
          </a:p>
          <a:p>
            <a:pPr algn="l">
              <a:spcAft>
                <a:spcPts val="1200"/>
              </a:spcAft>
            </a:pPr>
            <a:r>
              <a:rPr sz="2000" b="0">
                <a:solidFill>
                  <a:srgbClr val="1C1C1C"/>
                </a:solidFill>
                <a:latin typeface="Calibri"/>
              </a:rPr>
              <a:t>▸  Write the peri-op plan: fasting, analgesia, antibiotics, consent, ETT, reservoir bag, breathing system.</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then labs, ASA
Then IM/SQ premed
ETT, bag, circuit
Leak-test the machine</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SELECT ETT, BREATHING SYSTEM, AND RESERVOIR BAG. THEN LEAK-TEST.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tube, and bag</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Premed, then MAC</a:t>
            </a:r>
          </a:p>
        </p:txBody>
      </p:sp>
      <p:sp>
        <p:nvSpPr>
          <p:cNvPr id="11" name="TextBox 10"/>
          <p:cNvSpPr txBox="1"/>
          <p:nvPr/>
        </p:nvSpPr>
        <p:spPr>
          <a:xfrm>
            <a:off x="512064" y="1627632"/>
            <a:ext cx="3474720" cy="4370832"/>
          </a:xfrm>
          <a:prstGeom prst="rect">
            <a:avLst/>
          </a:prstGeom>
          <a:noFill/>
        </p:spPr>
        <p:txBody>
          <a:bodyPr wrap="square" anchor="t"/>
          <a:lstStyle/>
          <a:p>
            <a:pPr algn="l"/>
            <a:r>
              <a:rPr sz="1400" b="0">
                <a:solidFill>
                  <a:srgbClr val="1C1C1C"/>
                </a:solidFill>
                <a:latin typeface="Calibri"/>
              </a:rPr>
              <a:t>Exam first. Then IM or SQ premed.
Calm, analgesia, lower induction dose, lower MAC, safer clip.
DKT: dexmedetomidine + ketamine + butorphanol. One IM syringe. Healthy ASA 1–2.
BAA: butorphanol + acepromazine + atropine. Healthy patients.
Heart / murmur: skip ace and dexmed as the default. Opioid + alfaxalone. That is Willie.
MAC = alveolar % that stops movement in 50% of patients. Premed lowers it. Turn the dial down.</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Endotracheal tube</a:t>
            </a:r>
          </a:p>
        </p:txBody>
      </p:sp>
      <p:sp>
        <p:nvSpPr>
          <p:cNvPr id="15" name="TextBox 14"/>
          <p:cNvSpPr txBox="1"/>
          <p:nvPr/>
        </p:nvSpPr>
        <p:spPr>
          <a:xfrm>
            <a:off x="4425696" y="1627632"/>
            <a:ext cx="3474720" cy="4370832"/>
          </a:xfrm>
          <a:prstGeom prst="rect">
            <a:avLst/>
          </a:prstGeom>
          <a:noFill/>
        </p:spPr>
        <p:txBody>
          <a:bodyPr wrap="square" anchor="t"/>
          <a:lstStyle/>
          <a:p>
            <a:pPr algn="l"/>
            <a:r>
              <a:rPr sz="1400" b="0">
                <a:solidFill>
                  <a:srgbClr val="1C1C1C"/>
                </a:solidFill>
                <a:latin typeface="Calibri"/>
              </a:rPr>
              <a:t>CPE MOA: choose a tube that fits. Cuff holds to 20 cm H2O. Grossly too large or too small is unsafe.
Grubb 2020: largest ID that passes the arytenoids without trauma. Tip midway from larynx to thoracic inlet. Proximal end at or just past the incisors.
Dog starting estimate: ID mm = (kg / 4) + 3.5. Have 0.5 mm larger and smaller.
Willie 13.7 kg: (13.7 / 4) + 3.5 = 6.9. Start 7.0 mm. Have 6.5 and 7.5.
Cat: typically 3.0–4.5 mm. Confirm on the larynx.</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Reservoir bag and circuit</a:t>
            </a:r>
          </a:p>
        </p:txBody>
      </p:sp>
      <p:sp>
        <p:nvSpPr>
          <p:cNvPr id="19" name="TextBox 18"/>
          <p:cNvSpPr txBox="1"/>
          <p:nvPr/>
        </p:nvSpPr>
        <p:spPr>
          <a:xfrm>
            <a:off x="8339328" y="1627632"/>
            <a:ext cx="3474720" cy="4370832"/>
          </a:xfrm>
          <a:prstGeom prst="rect">
            <a:avLst/>
          </a:prstGeom>
          <a:noFill/>
        </p:spPr>
        <p:txBody>
          <a:bodyPr wrap="square" anchor="t"/>
          <a:lstStyle/>
          <a:p>
            <a:pPr algn="l"/>
            <a:r>
              <a:rPr sz="1400" b="0">
                <a:solidFill>
                  <a:srgbClr val="1C1C1C"/>
                </a:solidFill>
                <a:latin typeface="Calibri"/>
              </a:rPr>
              <a:t>CPE MOA: select the circuit and the bag. Calculate fresh-gas flow.
Tidal volume about 10–15 mL/kg (Grubb 2020: dead space ≤2–3 mL/kg is ≤20% of TV).
Bag = 5–6 × TV. Shortcut: kg × 60 mL. Round UP to 0.5, 1, 2, or 3 L.
Willie 13.7 kg: 822 mL → 1 L bag. Circle.
MoMo 4.25 kg, if ever anesthetized: 255 mL → 0.5 L. NRC (Grubb: cats and dogs &lt;3–5 kg).
NRC O2: 200–400 mL/kg/min.
Leak-test to 20–30 cm H2O. Then OPEN the pop-off.</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the patient is ready for prep: tube in, IV running, surgical plane.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Willie is 13.7 kg. Tube and bag?</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Start 7.0 mm ID. 13.7 × 60 mL = 822 mL → 1 L bag. Circle. Confirm on the larynx.</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 Exam before any drug.</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If intubated: start 7.0 mm ETT, 1 L bag, circle. Canal and eye: dilute PVP-I, 1:50 of 10%. Then alfaxalone.</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Examine, request labs, assign ASA, then premedicate. Never the other way around.</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Dog ETT start: (kg / 4) + 3.5 mm. Bag: kg × 60 mL, round up. Willie: 7.0 mm and 1 L.</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Skin: 7.5%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Willie is 13.7 kg. What ETT and reservoir bag do you start with?</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
12. ECFVG. Clinical Proficiency Examination Manual of Administration. 2026 ed. AVMA. Anesthesia; Surgery.</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