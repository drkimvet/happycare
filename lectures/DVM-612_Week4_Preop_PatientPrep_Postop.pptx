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is not on this printout; do not invent it.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neuro exam from today’s record. Do not say 3-E yet. Do not put the client name on the board. Infected side is the left ear, AS. Head tilt and circling are to the left. Nystagmus: rapid phase left, slow phase right. Wheelbarrow left intact, right absent. Prolonged proprioception and knuckling on the right limbs when walking. Limbs slip. Do not turn this into a TECA or ear-clean plan. Do not assign central versus peripheral as the ASA. Next slide is the actual lab numbers, then they write the status. No DexSP, alfaxalone, ear clean, or TECA.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left otitis plus the vestibular and proprioceptive signs are acute. Not 1: head tilt, circling, nystagmus, and right-sided knuckling are not a normal PE. Not 4: pink, CRT 2 seconds, BUN and creatinine in range, not a constant threat to life today. Mild high phosphorus and glucose do not write Status 4. No Willie treatment plan. Slide 36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a hospital-patient protocol.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BUN 48.7 to 100 and creatinine 3.0 to 4.71 are written as recorded. Fluids 1.5 times maintenance, 40 milliliters per kilogram per day, are on the record. Do not invent overload as the cause. Say it once, respectfully, then continue.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That is 0.2 percent. Do not put undiluted 10 percent human Betadine or undiluted 5 percent veterinary paint on the cornea. One case of corneal epithelial edema at 1 to 2, which is 5 percent. Do not upgrade that to a claim that Roberts proved massive toxicity from neat 10 percent; they recommended 1 to 50 after seeing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Not on this printout</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Vestibular</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Head tilt / leaning toward the left (infected ear, AS). Stumbling. Circling or tight turns to the left. Nystagmus: rapid left, slow right.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Wheelbarrow / CP</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Wheelbarrow: left intact, right absent. Prolonged proprioception, right limbs. Knuckling on the right limbs when walking. Limbs slip.</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Also on PE: Grade II/VI left systolic murmur. Lungs clear, eupneic. Heavy tartar. Yellow crusts on the nasal philtrum. Eyes: PLR present. Next: today’s chemistry and CBC. Then you write the ASA.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0.2% only. 2 min scrub + 2 min soak. Do not put 10% or 5% undiluted on the cornea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0.2%: 2 min scrub + 2 min soak
10% stock → dilute 1:50
5% bottle → dilute 1:25
Not 10% or 5% undiluted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healthy cornea. 1:50 of 10% = 0.2%, 2-min scrub + 2-min soak. Do not use undiluted 10% or undiluted 5% paint. 1:2 caused edema in 1/15 eyes. Perforation: saline.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0.2%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AS otitis. Head tilt left. Circling left. Nystagmus rapid left, slow right. Wheelbarrow right absent. Knuckling, right limbs. Grade II/VI murmur.</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This neuro PE is not a normal healthy patient.</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