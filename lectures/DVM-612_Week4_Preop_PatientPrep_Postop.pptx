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compensated Status 3-E. D is uncompensated Status 4-E; labs cancelled the exploratory. The names on later slides are only these ASA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only. Read the PE. Status 3-E: compensated. Do not teach DexSP, alfaxalone, ear clean, or TECA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the ASA header: identity, today’s PE, PCV, TP, BUN, Status 3-E. Compensated. Do not teach a Willie drug list, ear clean, or TECA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An infected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The reference-range column is under anesthesia. Heart rate: dog 60 to 120, Ko and Krimins 2012 Table 2; cat 100 to 180, AAFP 2018. Blood pressure floors: SAP 90, MAP 70, DAP 40, Grubb 2020. ETCO2 40 to 50, start PPV if over 60. SpO2 at least 95 percent. Temperature at least 98 Fahrenheit. Circle oxygen 2 to 3 liters then at least 500 milliliters per minute. Fluids: dog 5, cat 3 to 5 milliliters per kilogram per hour, Pardo 2024. Inhalant to effect. Time cells empty until a real patient. Fossum Table 31-1 70 to 140 is the conscious dog, on the PE slide, not this intra-op column.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ASA example only. Why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7" name="Rounded Rectangle 6"/>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0" name="TextBox 9"/>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1" name="TextBox 10"/>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2" name="Rounded Rectangle 11"/>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5" name="TextBox 14"/>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6" name="TextBox 15"/>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7" name="Rounded Rectangle 16"/>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0" name="TextBox 19"/>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1" name="TextBox 20"/>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a:t>
            </a:r>
          </a:p>
        </p:txBody>
      </p:sp>
      <p:sp>
        <p:nvSpPr>
          <p:cNvPr id="22" name="Rounded Rectangle 21"/>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5" name="TextBox 24"/>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6" name="TextBox 25"/>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Acute vestibular disease on today’s PE.</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Pink, walking, kidneys normal: still compensated.</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This slide is the ASA. Status 3-E because there is moderate systemic disease that is still compensated. Not Status 1: the PE is not normal. Not Status 4: the disease is not a constant threat to life today. Write the status from today’s PE.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identity, PE, and ASA</a:t>
            </a:r>
          </a:p>
        </p:txBody>
      </p:sp>
      <p:pic>
        <p:nvPicPr>
          <p:cNvPr id="7" name="Picture 6"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7" name="Rounded Rectangle 6"/>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0" name="TextBox 9"/>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1" name="Rounded Rectangle 10"/>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4" name="TextBox 13"/>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5" name="Rounded Rectangle 14"/>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8" name="TextBox 17"/>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19" name="Rounded Rectangle 18"/>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2" name="TextBox 21"/>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3" name="Rounded Rectangle 22"/>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6" name="TextBox 25"/>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7" name="Rounded Rectangle 26"/>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0" name="TextBox 29"/>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1" name="Rounded Rectangle 30"/>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4" name="TextBox 33"/>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5" name="Rounded Rectangle 34"/>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8" name="TextBox 37"/>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8" name="Picture 7" descr="hektor_or.jpg"/>
          <p:cNvPicPr>
            <a:picLocks noChangeAspect="1"/>
          </p:cNvPicPr>
          <p:nvPr/>
        </p:nvPicPr>
        <p:blipFill>
          <a:blip r:embed="rId3"/>
          <a:stretch>
            <a:fillRect/>
          </a:stretch>
        </p:blipFill>
        <p:spPr>
          <a:xfrm>
            <a:off x="6172200" y="1024128"/>
            <a:ext cx="5669280" cy="3794760"/>
          </a:xfrm>
          <a:prstGeom prst="rect">
            <a:avLst/>
          </a:prstGeom>
        </p:spPr>
      </p:pic>
      <p:sp>
        <p:nvSpPr>
          <p:cNvPr id="9" name="Rounded Rectangle 8"/>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why ASA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writes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vestibular disease.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walking, CRT 2 s, kidneys normal. The disease is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A normal CBC does not write Status 1. Otitis plus vestibular disease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Uncompensated disease that threatens life is Status 4. That is the other example, not this dog.</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7" name="Rounded Rectangle 6"/>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0" name="TextBox 9"/>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disease + AS otitis + murmur. Compensated: pink, walking, kidneys normal. Status 3-E from today’s PE.</a:t>
            </a:r>
          </a:p>
        </p:txBody>
      </p:sp>
      <p:sp>
        <p:nvSpPr>
          <p:cNvPr id="11" name="Rounded Rectangle 10"/>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4" name="TextBox 13"/>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against the reference range: HR, RR, BP, inhalant, O2, ETCO2, SpO2, temp, fluids.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