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not the thesis of the hour. Tonight is a sedated ear clean. Skip NSAID because DexSP is already on board: AAHA/AAFP 2015, concurrent corticosteroid plus NSAID is a leading risk for GI perforation. Washout periods are largely undefined; about 7 days for a short-acting steroid if you later start an NSAID. Do not invent DexSP milligrams or albumin. Murmur: skip acepromazine and dexmedetomidine. Alfaxalone to effect. Plot blood pressure. Treat hypotension at SAP less than 80 to 90 or MAP less than 60 to 70, Grubb 2020. That is the safety plan. Do not invent a Willie blood-pressure tracing.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The three steps at the top are the general sequence. The filled table is one worked example: ear disease, DexSP already given, murmur. Healthy default is not that table. Skip NSAID because of AAHA/AAFP 2015 GI risk, not because albumin was measured. DexSP dose and time are not on this teaching record: do not invent them. Blood-pressure floors are Grubb 2020, not a Willie tracing.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AAHA 2015. Plot BP; treat Grubb hypotension floors.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and plot blood pressure. B is Roberts 1986 on an intact cornea; perforation is saline only.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The grid is blank on purpose. Students write heart rate, respiratory rate, blood pressure, inhalant, oxygen, ETCO2, SpO2, temperature, and fluids as they go. Do not print target bands on this slide. Complications, fluids at the end, and recovery analgesics are written at the bottom. Sign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7" name="Rounded Rectangle 6"/>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0" name="TextBox 9"/>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1" name="TextBox 10"/>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2" name="Rounded Rectangle 11"/>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5" name="TextBox 14"/>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6" name="TextBox 15"/>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7" name="Rounded Rectangle 16"/>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0" name="TextBox 19"/>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1" name="TextBox 20"/>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2" name="Rounded Rectangle 21"/>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5" name="TextBox 24"/>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6" name="TextBox 25"/>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Skip acepromazine and dexmedetomidine. Alfaxalone IV to effect. Plot BP; treat SAP &lt;80–90 or MAP &lt;60–70 (Grubb 2020).</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Tonight: CBC WNL. DexSP already given: skip NSAID (AAHA/AAFP 2015: concurrent steroid + NSAID is a leading GI-perforation risk; washout if NSAID later is undefined, ~7 d for a short-acting steroid). Ear clean, cytology/culture, 3-view films. Do not invent DexSP milligrams. Later TECA-LBO: new ASA that morning.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 The table below is not the default.</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7" name="Picture 6"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7" name="Rounded Rectangle 6"/>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0" name="TextBox 9"/>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1" name="Rounded Rectangle 10"/>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4" name="TextBox 13"/>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5" name="Rounded Rectangle 14"/>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8" name="TextBox 17"/>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19" name="Rounded Rectangle 18"/>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2" name="TextBox 21"/>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3" name="Rounded Rectangle 22"/>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6" name="TextBox 25"/>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7" name="Rounded Rectangle 26"/>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0" name="TextBox 29"/>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1" name="Rounded Rectangle 30"/>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4" name="TextBox 33"/>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5" name="Rounded Rectangle 34"/>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8" name="TextBox 37"/>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a:p>
            <a:pPr algn="l">
              <a:spcAft>
                <a:spcPts val="1000"/>
              </a:spcAft>
            </a:pPr>
            <a:r>
              <a:rPr sz="1600" b="0">
                <a:solidFill>
                  <a:srgbClr val="1C1C1C"/>
                </a:solidFill>
                <a:latin typeface="Calibri"/>
              </a:rPr>
              <a:t>▸  Ear canal / mucosa: dilute PVP-I, not 7.5% scrub.</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8" name="Picture 7" descr="hektor_or.jpg"/>
          <p:cNvPicPr>
            <a:picLocks noChangeAspect="1"/>
          </p:cNvPicPr>
          <p:nvPr/>
        </p:nvPicPr>
        <p:blipFill>
          <a:blip r:embed="rId3"/>
          <a:stretch>
            <a:fillRect/>
          </a:stretch>
        </p:blipFill>
        <p:spPr>
          <a:xfrm>
            <a:off x="6172200" y="1024128"/>
            <a:ext cx="5669280" cy="3794760"/>
          </a:xfrm>
          <a:prstGeom prst="rect">
            <a:avLst/>
          </a:prstGeom>
        </p:spPr>
      </p:pic>
      <p:sp>
        <p:nvSpPr>
          <p:cNvPr id="9" name="Rounded Rectangle 8"/>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If TECA-LBO later: new ASA that morning.</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7" name="Rounded Rectangle 6"/>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0" name="TextBox 9"/>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Proceed with sedation. Cavalier, 13.7 kg. Acute vestibular + AS otitis + murmur. Compensated. Fill the anesthesia record. Alfaxalone, ear clean, skip NSAID after DexSP. If TECA-LBO is needed later, assign a new ASA that morning.</a:t>
            </a:r>
          </a:p>
        </p:txBody>
      </p:sp>
      <p:sp>
        <p:nvSpPr>
          <p:cNvPr id="11" name="Rounded Rectangle 10"/>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4" name="TextBox 13"/>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HR, RR, BP, inhalant, O2, ETCO2, SpO2, temp, fluids.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