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sedated for an ear clean;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a compensated emergency (sedation). D is uncompensated; labs cancelled the exploratory. The names on later slides are only these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Willie is an ASA example, not the thesis of the hour. Tonight is a sedated ear clean. The same findings, DexSP, and murmur are what you re-score if TECA-LBO is planned later. Record the murmur. Right-sided knuckling with left circling: treat as central vestibular plus otitis.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The photograph is a quiet, recumbent cat. It does not prove a foreign body. Status 3 would be compensated kidney disease. Rising creatinine, hypothermia, and a non-functional kidney made this Status 4-E.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taught as an original record, not the copyrighted form. The three steps at the top are the general sequence. The filled table is one worked example: ear disease, DexSP already given, murmur. Healthy default is not that table. Students write drug, concentration, dose, volume, and route. Then IV fluid name and rate. Then why. Do not invent milligrams.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A cancelled cut after you find uncompensated azotemia is a successful preoperative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13.7 kg dog: start 7.0 millimeter, 6.5 and 7.5 in the hand. Bag: kilograms times 60, round up. 822 milliliters is a 1 liter bag, circle. Fluids: Pardo 2024, dog 5 milliliters per kilogram per hour; write 69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Do not teach tube math as if a sedated ear-clean patient was intubated.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PCV, TP, BUN WNL. Skip NSAID after DexSP. Recovery is on the same page. Drug protocol is slide 13. The intra-op chart is slide 30. Tube and bag numbers are only if you intubate.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Willie’s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TECA clip on a patient whose procedure that day was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and fluids off the workstation photo. Do not mix MAC and case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13.7 kg dog if you intubate: 7.0 millimeter, 1 liter circle, 69 milliliters per hour, alfaxalone if there is a murmur. B is Roberts 1986.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taught as an original chart, not the copyrighted grid. The filled column is the acceptable anesthesia band: Grubb 2020 for monitors, Pardo 2024 for fluids. Heart rate: stay below 150 to 190 in the dog by size, below 180 in the cat. Blood pressure: SAP at least 90, MAP at least 70, DAP at least 40. ETCO2 40 to 50, start PPV if over 60. SpO2 at least 95 percent. Temperature at least 98 Fahrenheit. Circle oxygen 2 to 3 liters then 20 to 40 milliliters per kilogram per minute, minimum 500. Fluids: dog 5 milliliters per kilogram per hour, cat 3 to 5. Inhalant to effect; do not invent a MAC number. Time cells stay empty until you plot a real patient. End of case: complications or none, fluid type rate and total, recovery analgesics, signature. Do not put a hospital case into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as an ASA example, not as the lecture thesis. One sentence on the other example: the same preoperative evaluation cancelled an exploratory when the disease was uncompensated.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Own the first 24 hours.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correct deficits → premed → induce → ready for prep → clip, prep, drape → first 24 hours.</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THEN OWN THE FIRST 24 HOURS. CPE MOA 2026 SURGERY COMPETENCIES.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TPR, MM/CRT, THEN PCV, TP, BUN. THEN ASA. THEN PREMED.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8" name="Rounded Rectangle 7"/>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1" name="TextBox 10"/>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2" name="Rounded Rectangle 11"/>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5" name="TextBox 14"/>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6" name="Rounded Rectangle 15"/>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9" name="TextBox 18"/>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20" name="Rounded Rectangle 19"/>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3" name="TextBox 22"/>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4" name="Rectangle 23"/>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6" name="Rounded Rectangle 25"/>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9" name="TextBox 28"/>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30" name="Rounded Rectangle 29"/>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3" name="TextBox 32"/>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4" name="Rounded Rectangle 33"/>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7" name="TextBox 36"/>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ASA Status 4-E. Uncompensated emergency. Image and labs first. Do not cut today.</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FOR TONIGHT’S EAR CLEAN AND FOR A LATER TECA-LBO. DEXSP: SKIP NSAID.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Tonight: CBC WNL. DexSP already given: skip NSAID. Alfaxalone sedation, deep left-ear clean, cytology/culture, 3-view films. Confine. MRI if neurologic signs persist. If TECA-LBO is needed later, assign a new ASA that morning and re-check the murmur, steroid history, and ear class.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cancel</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Progressive azotemia on fluids (creatinine 3.0 → 4.71). Skip NSAIDs. Cancel the exploratory. Owner elected humane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PAGE 1: TODAY’S PE, THEN PCV, TP, BUN. INTERPRET. THEN CIRCLE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8" name="Rounded Rectangle 7"/>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10" name="Picture 9"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HEALTHY SEQUENCE, THEN ONE WORKED EXAMPLE. WRITE DRUG, CONCENTRATION, DOSE, VOLUME, ROUTE.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8" name="Rounded Rectangle 7"/>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1" name="TextBox 10"/>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 The table below is not the default.</a:t>
            </a:r>
          </a:p>
        </p:txBody>
      </p:sp>
      <p:sp>
        <p:nvSpPr>
          <p:cNvPr id="12" name="Rounded Rectangle 11"/>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5" name="TextBox 14"/>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6" name="Rounded Rectangle 15"/>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9" name="TextBox 18"/>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20" name="Picture 19"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1" name="Rectangle 2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3" name="TextBox 2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PAGE 1 OF THE TEACHING RECORD: PE, PCV/TP/BUN, ASA.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CLEAN, CLEAN-CONTAMINATED, CONTAMINATED, DIRTY. THEN DECIDE ANTIBIOTICS. FOSSUM 2018; FREY ET AL. 2022.</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8" name="Rounded Rectangle 7"/>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1" name="TextBox 10"/>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2" name="Rounded Rectangle 11"/>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5" name="TextBox 14"/>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6" name="Rounded Rectangle 15"/>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9" name="TextBox 18"/>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20" name="Rounded Rectangle 19"/>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3" name="TextBox 22"/>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Willie’s ear. Pyometra with pus.
This is treatment, not prophylaxis.</a:t>
            </a:r>
          </a:p>
        </p:txBody>
      </p:sp>
      <p:sp>
        <p:nvSpPr>
          <p:cNvPr id="24" name="Rounded Rectangle 23"/>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cap, mask, gown, closed glove</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10% stock 1:50, or 5% bottle 1:25. Both = 0.2% on the cornea (Roberts 1986).</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cornea
10% stock → dilute 1:50
5% bottle → dilute 1:25
MIN: 2 min + 2 min
Not full strength</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both 1:50 of 10% and 1:25 of 5% give 0.2% on the cornea (Roberts 1986). 1:2 of 10% caused corneal edema in 1/15 eyes.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Both = 0.2% on the cornea.</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 SpO2, ETCO2, circle system, IV fluids, airway. Name every monitor on the workstation before the first incision.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SAY IT. CORRECT IT. AFTER THE INCISION, EVERY BREAK MUST BE FULLY CORRECTED.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The first 24 hours still count: intra-abdominal hemorrhage from a weak ligature, or herniation from a weak linea, is still the operation (CPE MOA 2026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13.7 kg dog. Tube, bag, and IV fluid rate if you intubate?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Willie: skip after DexSP.</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TARGET COLUMN IS THE ACCEPTABLE BAND. TIME CELLS STAY EMPTY UNTIL A REAL PATIENT. THEN COMPLICATIONS, FLUIDS, ANALGESICS, SIGN.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8" name="Picture 7"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ON-LABEL NSAIDS. DOG: CARPROFEN. CAT: ONSIOR.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Willie: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Willie’s ear is treatment,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OPERATION IS NOT OVER AT THE LAST SKIN SUTURE.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EAR DISEASE + DEXSP. RE-ASSIGN ASA ON THE DAY OF ANY LATER TECA-LBO.</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Status 3-E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Sedation</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for an ear clean. Tube, bag, and 69 mL/hr only if you intubate a 13.7 kg dog. Canal: dilute PVP-I, not 7.5% scrub.</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if signs persist. If TECA-LBO later: new ASA that morning.</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EXAMPLES. BOTH RECEIVED A PREOPERATIVE EVALUATION. ONLY WILLIE WAS SEDATED.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Proceed with sedation. Cavalier, 13.7 kg. Acute vestibular + AS otitis + murmur. Compensated. Fill the anesthesia record. Alfaxalone, ear clean, skip NSAID after DexSP. If TECA-LBO is needed later, assign a new ASA that morning.</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Cancel the exploratory. DSH, 4.25 kg. Vomiting that looked like FB. Right kidney fluid-filled and non-functional on AUS. Progressive azotemia on fluids (creatinine 3.0 → 4.71). NSAIDs contraindicated. Record the decision. Offer supportive care, referral, or euthanasia.</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AND SURGERY COMPETENCIES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8" name="Rounded Rectangle 7"/>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1" name="TextBox 10"/>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2" name="Rounded Rectangle 11"/>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5" name="TextBox 14"/>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6" name="Rounded Rectangle 15"/>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9" name="TextBox 18"/>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20" name="Rounded Rectangle 19"/>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3" name="TextBox 22"/>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hair, skin, position, drape. Surgeon: attire, gown, closed glove. Announce incision.</a:t>
            </a:r>
          </a:p>
        </p:txBody>
      </p:sp>
      <p:sp>
        <p:nvSpPr>
          <p:cNvPr id="24" name="Rounded Rectangle 23"/>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7" name="TextBox 26"/>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Fill the chart: HR, RR, BP, inhalant, O2, ETCO2, SpO2, temp, fluids. Then complications, recovery analgesics, and sign.</a:t>
            </a:r>
          </a:p>
        </p:txBody>
      </p:sp>
      <p:sp>
        <p:nvSpPr>
          <p:cNvPr id="28" name="Rounded Rectangle 27"/>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1" name="TextBox 30"/>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still count: hemorrhage from a weak ligature, or hernia from a weak linea.</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12. ECFVG. CPE Manual of Administration. 2026 ed. Anesthesia; Surgery.
13. Pardo et al. 2024 AAHA Fluid Therapy. JAAHA. 2024;60:131–163.</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