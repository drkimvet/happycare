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ASA first. Then one dog, Willie: PE, then labs, then the students write the status. Do not give them 3-E before they commit. MoMo is the second ASA quiz.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Willie is an ASA quiz after the table, not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Do not preview Willie. Next: one dog’s PE, then labs,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PE. Do not say 3-E yet. No DexSP, alfaxalone, ear clean, or TECA. Next slide is labs,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advance until they say a number. Then the key: Status 3-E. Moderate systemic disease that is still compensated. Emergency because the vestibular crisis plus AS otitis is acute. Not 1: the PE is not normal. Not 4: pink, walking, kidneys normal, not a constant threat to life today. Do not teach a Willie treatment plan. Slide 35 is the written key if you want the cards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Pause on the photograph. Be respectful; this cat died. After they commit: Status 4-E, uncompensated, a constant threat to life. Rising creatinine on fluids is a recorded fact. Do not invent a fluid rate. The workup cancelled the cut. Owner elected euthanasia. Record the decision. Never put DexSP on this cat.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Willie and MoMo ASA cells stay blank on purpose: they already wrote those on the quiz.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header they fill: identity, today’s PE, PCV, TP, BUN, then ASA. It is not a Willie treatment plan. They already wrote Willie’s status on the quiz. Do not re-teach a drug list 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were the ASA quizzes. Healthy Lab OHE is Status 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Cavalier, 13.7 kg. Acute ataxia ~1 hour. Fell off the couch twice. Cytopoint for allergies. T 100.8 °F, HR 132, RR 52, mm pink, CRT 2 s, quiet/dull.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Acute vestibular disease on today’s PE.</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Pink. Walking. Kidneys will be on the next slide.</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This slide is the examination. Next: PCV, TP, BUN, and the CBC. Then you write the ASA. Add E if this is an emergency.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PCV</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WNL</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WNL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WNL</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Other</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CBC WNL. Kidneys normal.</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A normal CBC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PE, labs, write the ASA</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Write the ASA after the labs. Do not clip on history alone.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Labs, then write ASA</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Mechanism not assigned. Quiz: what ASA? Then: do you cut today?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Write ASA after PE and labs</a:t>
            </a:r>
          </a:p>
        </p:txBody>
      </p:sp>
      <p:pic>
        <p:nvPicPr>
          <p:cNvPr id="7" name="Picture 6" descr="anesthesia_record_blank.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writes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vestibular disease.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walking, CRT 2 s, kidneys normal. The disease is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A normal CBC does not write Status 1. Otitis plus vestibular disease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Uncompensated disease that threatens life is Status 4. That is the other example, not this dog.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3-E, MoMo 4-E</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disease + AS otitis + murmur. Compensated: pink, walking, kidneys normal. Status 3-E from today’s PE and WNL labs.</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