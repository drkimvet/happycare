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Pardo 2024: albumin less than 2.0 grams per deciliter is a negative prognostic indicator, edema and poor wound healing.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anesthesia vocabulary for this hour. ASA, then premed IM or SQ, then induction IV to effect, then inhalant to MAC. DKT and BAA are healthy-patient combinations. Willie got alfaxalone because of the murmur. MAC is how we talk about the vaporizer. Premed lowers it. Grubb 2020: mask induction is not recommended. Surgical plane: no palpebral, mild jaw tone.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K+, anemia, hypothermia, hypoglycemia, hypoalbuminemia,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exam. MoMo: rising creatinine = 4-E.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FIRST. THEN THE DRUG PLAN. GRUBB ET AL. 2020; CPE MOA 2026 ANESTHESIA.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induction, and MAC</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1. Premedication</a:t>
            </a:r>
          </a:p>
        </p:txBody>
      </p:sp>
      <p:sp>
        <p:nvSpPr>
          <p:cNvPr id="11" name="TextBox 10"/>
          <p:cNvSpPr txBox="1"/>
          <p:nvPr/>
        </p:nvSpPr>
        <p:spPr>
          <a:xfrm>
            <a:off x="512064" y="1645920"/>
            <a:ext cx="3474720" cy="4315968"/>
          </a:xfrm>
          <a:prstGeom prst="rect">
            <a:avLst/>
          </a:prstGeom>
          <a:noFill/>
        </p:spPr>
        <p:txBody>
          <a:bodyPr wrap="square" anchor="t"/>
          <a:lstStyle/>
          <a:p>
            <a:pPr algn="l"/>
            <a:r>
              <a:rPr sz="1500" b="0">
                <a:solidFill>
                  <a:srgbClr val="1C1C1C"/>
                </a:solidFill>
                <a:latin typeface="Calibri"/>
              </a:rPr>
              <a:t>After the PE, labs, and ASA. IM or SQ (CPE MOA). Not before the exam.
Calm the patient. Give analgesia. Lower the induction dose. Lower MAC. Safer clip (Grubb 2020).
DKT: dexmedetomidine + ketamine + butorphanol. One IM syringe. Healthy ASA 1–2.
BAA: butorphanol + acepromazine + atropine. Healthy patients.
Heart / murmur: skip ace and dexmed as the default. Opioid + alfaxalone. That is Willie.</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2. Induction</a:t>
            </a:r>
          </a:p>
        </p:txBody>
      </p:sp>
      <p:sp>
        <p:nvSpPr>
          <p:cNvPr id="15" name="TextBox 14"/>
          <p:cNvSpPr txBox="1"/>
          <p:nvPr/>
        </p:nvSpPr>
        <p:spPr>
          <a:xfrm>
            <a:off x="4425696" y="1645920"/>
            <a:ext cx="3474720" cy="4315968"/>
          </a:xfrm>
          <a:prstGeom prst="rect">
            <a:avLst/>
          </a:prstGeom>
          <a:noFill/>
        </p:spPr>
        <p:txBody>
          <a:bodyPr wrap="square" anchor="t"/>
          <a:lstStyle/>
          <a:p>
            <a:pPr algn="l"/>
            <a:r>
              <a:rPr sz="1500" b="0">
                <a:solidFill>
                  <a:srgbClr val="1C1C1C"/>
                </a:solidFill>
                <a:latin typeface="Calibri"/>
              </a:rPr>
              <a:t>IV catheter first. Then induce IV to effect (Grubb 2020).
Propofol, alfaxalone, ketamine + benzo, or etomidate. Premed and sick patients need less.
Mask or chamber induction is not recommended.
Then intubate, confirm, cuff to 20 cm H2O, connect the machine (CPE MOA: start that clock when induction starts).
Willie: alfaxalone sedation for the ear clean.</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3. Gas and MAC</a:t>
            </a:r>
          </a:p>
        </p:txBody>
      </p:sp>
      <p:sp>
        <p:nvSpPr>
          <p:cNvPr id="19" name="TextBox 18"/>
          <p:cNvSpPr txBox="1"/>
          <p:nvPr/>
        </p:nvSpPr>
        <p:spPr>
          <a:xfrm>
            <a:off x="8339328" y="1645920"/>
            <a:ext cx="3474720" cy="4315968"/>
          </a:xfrm>
          <a:prstGeom prst="rect">
            <a:avLst/>
          </a:prstGeom>
          <a:noFill/>
        </p:spPr>
        <p:txBody>
          <a:bodyPr wrap="square" anchor="t"/>
          <a:lstStyle/>
          <a:p>
            <a:pPr algn="l"/>
            <a:r>
              <a:rPr sz="1500" b="0">
                <a:solidFill>
                  <a:srgbClr val="1C1C1C"/>
                </a:solidFill>
                <a:latin typeface="Calibri"/>
              </a:rPr>
              <a:t>MAC = minimum alveolar concentration: the alveolar % of inhalant that stops movement in 50% of patients to a surgical stimulus.
Isoflurane or sevoflurane in oxygen, dosed to effect (Grubb 2020).
Premeds, local blocks, and hypothermia lower MAC. Turn the vaporizer down.
Surgical plane: no palpebral reflex, mild jaw tone, no purposeful movement.
Hypotension: often too much inhalant. Add opioid or a block. Do not just turn the dial up.</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