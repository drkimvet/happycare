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Skip NSAID because DexSP is already on board: AAHA/AAFP 2015, concurrent corticosteroid plus NSAID is a leading risk for GI perforation. Washout periods are largely undefined; about 7 days for a short-acting steroid if you later start an NSAID. Do not invent DexSP milligrams or albumin. Murmur: skip acepromazine and dexmedetomidine. Alfaxalone to effect. Plot blood pressure. Treat hypotension at SAP less than 80 to 90 or MAP less than 60 to 70, Grubb 2020. That is the safety plan. Do not invent a Willie blood-pressure tracing.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Skip NSAID because of AAHA/AAFP 2015 GI risk, not because albumin was measured. DexSP dose and time are not on this teaching record: do not invent them. Blood-pressure floors are Grubb 2020, not a Willie tracing.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AAHA 2015. Plot BP; treat Grubb hypotension floors.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and plot blood pressure.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The filled column is the acceptable anesthesia band: Grubb 2020 for monitors, Pardo 2024 for fluids. Heart rate: stay below 150 to 190 in the dog by size, below 180 in the cat. Blood pressure: SAP at least 90, MAP at least 70, DAP at least 40. ETCO2 40 to 50, start PPV if over 60. SpO2 at least 95 percent. Temperature at least 98 Fahrenheit. Circle oxygen 2 to 3 liters then 20 to 40 milliliters per kilogram per minute, minimum 500. Fluids: dog 5 milliliters per kilogram per hour, cat 3 to 5. Inhalant to effect; do not invent a MAC number. Time cells stay empty until you plot a real patient. End of case: complications or none, fluid type rate and total, recovery analgesics, signature. Do not put a hospital case into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24 HOURS OF MONITORING AND COMPLICATION MANAGEMENT. CPE MOA 2026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Skip acepromazine and dexmedetomidine. Alfaxalone IV to effect. Plot BP; treat SAP &lt;80–90 or MAP &lt;60–70 (Grubb 2020).</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Tonight: CBC WNL. DexSP already given: skip NSAID (AAHA/AAFP 2015: concurrent steroid + NSAID is a leading GI-perforation risk; washout if NSAID later is undefined, ~7 d for a short-acting steroid). Ear clean, cytology/culture, 3-view films. Do not invent DexSP milligrams. Later TECA-LBO: new ASA that morning.</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CLIP TO ANATOMIC LANDMARKS, NOT A FIXED 20 CM.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TARGET COLUMN IS THE ACCEPTABLE BAND. TIME CELLS STAY EMPTY UNTIL A REAL PATIENT. THEN COMPLICATIONS, FLUIDS, ANALGESICS, SIGN.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MONITOR AND MANAGE. HEMORRHAGE, HERNIA, AND DEHISCENCE ARE TECHNICAL FAILURES YOU MUST RECOGNIZE.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