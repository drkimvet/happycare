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The same findings, DexSP, and murmur are what you re-score if TECA-LBO is planned later. Record the murmur. Right-sided knuckling with left circling: treat as central vestibular plus otitis.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The photograph is a quiet, recumbent cat. It does not prove a foreign body. Status 3 would be compensated kidney disease. Rising creatinine, hypothermia, and a non-functional kidney made this Status 4-E.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Students write drug, concentration, dose, volume, and route. Then IV fluid name and rate. Then why. Do not invent milligrams.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A cancelled cut after you find uncompensated azotemia is a successful preoperative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TECA clip on a patient whose procedure that day was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Students name every row: heart rate, respiratory rate, SAP DAP MAP, isoflurane or sevoflurane percent, oxygen flow, end-tidal CO2, SpO2, temperature, fluid rate, total milliliters. Then the end of the case: complications or none, fluid type rate and total volume, recovery analgesics, and a signature. Willie start rate is 69 milliliters per hour.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Own the first 24 hours.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OWN THE FIRST 24 HOURS. CPE MOA 2026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Tonight: CBC WNL. DexSP already given: skip NSAID. Alfaxalone sedation, deep left-ear clean, cytology/culture, 3-view films. Confine. MRI if neurologic signs persist. If TECA-LBO is needed later, assign a new ASA that morning and re-check the murmur, steroid history, and ear class.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Progressive azotemia on fluids (creatinine 3.0 → 4.71).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10% stock 1:50, or 5% bottle 1:25. Both = 0.2% on the cornea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cornea
10% stock → dilute 1:50
5% bottle → dilute 1:25
MIN: 2 min + 2 min
Not full strength</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both 1:50 of 10% and 1:25 of 5% give 0.2% on the cornea (Roberts 1986). 1:2 of 10% caused corneal edema in 1/15 eyes.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Both = 0.2% on the cornea.</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The first 24 hours still count: intra-abdominal hemorrhage from a weak ligature, or herniation from a weak linea, is still the operation (CPE MOA 2026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PLOT HR, RR, BP, INHALANT, O2, ETCO2, SPO2, TEMP, FLUID RATE AND TOTAL. THEN COMPLICATIONS, FLUIDS, RECOVERY ANALGESICS.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Willie: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Willie’s ear is treatment,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OPERATION IS NOT OVER AT THE LAST SKIN SUTURE.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Cancel the exploratory. DSH, 4.25 kg. Vomiting that looked like FB. Right kidney fluid-filled and non-functional on AUS. Progressive azotemia on fluids (creatinine 3.0 → 4.71).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still count: hemorrhage from a weak ligature, or hernia from a weak linea.</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