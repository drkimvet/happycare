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sedated for an ear clean;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a compensated emergency (sedation). D is uncompensated; labs cancelled the exploratory. The names on later slides are only these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not the thesis of the hour. Tonight is a sedated ear clean. Skip NSAID because DexSP is already on board: AAHA/AAFP 2015, concurrent corticosteroid plus NSAID is a leading risk for GI perforation. Washout periods are largely undefined; about 7 days for a short-acting steroid if you later start an NSAID. Do not invent DexSP milligrams or albumin. Murmur: skip acepromazine and dexmedetomidine. Alfaxalone to effect. Plot blood pressure. Treat hypotension at SAP less than 80 to 90 or MAP less than 60 to 70, Grubb 2020. That is the safety plan. Do not invent a Willie blood-pressure tracing.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Willie and it is not MoMo. DexSP is only on Willie’s slides. MoMo never received DexSP; skip NSAID in that cat because she is azotemic.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13.7 kg dog: start 7.0 millimeter, 6.5 and 7.5 in the hand. Bag: kilograms times 60, round up. 822 milliliters is a 1 liter bag, circle. Fluids: Pardo 2024, dog 5 milliliters per kilogram per hour; write 69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Do not teach tube math as if a sedated ear-clean patient was intubated.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AAHA 2015. Plot BP; treat Grubb hypotension floors. Recovery is on the same page. Drug protocol is slide 13. The intra-op chart is slide 30. Tube and bag numbers are only if you intubate.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and fluids off the workstation photo. Do not mix MAC and case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13.7 kg dog if you intubate: 7.0 millimeter, 1 liter circle, 69 milliliters per hour, alfaxalone if there is a murmur, and plot blood pressure. B is Roberts 1986 on an intact cornea; perforation is saline only.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The reference-range column is under anesthesia. Heart rate: dog 60 to 120, Ko and Krimins 2012 Table 2; cat 100 to 180, AAFP 2018. Blood pressure floors: SAP 90, MAP 70, DAP 40, Grubb 2020. ETCO2 40 to 50, start PPV if over 60. SpO2 at least 95 percent. Temperature at least 98 Fahrenheit. Circle oxygen 2 to 3 liters then at least 500 milliliters per minute. Fluids: dog 5, cat 3 to 5 milliliters per kilogram per hour, Pardo 2024. Inhalant to effect. Time cells empty until a real patient. Fossum Table 31-1 70 to 140 is the conscious dog, on the PE slide, not this intra-op column.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That is MoMo’s reason, not DexSP. DexSP is only on Willie’s slides.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as an ASA example, not as the lecture thesis. One sentence on the other example: the same preoperative evaluation cancelled an exploratory when the disease was uncompensated.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correct deficits → premed → induce → ready for prep → clip, prep, drape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7" name="Rounded Rectangle 6"/>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0" name="TextBox 9"/>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1" name="TextBox 10"/>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2" name="Rounded Rectangle 11"/>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5" name="TextBox 14"/>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6" name="TextBox 15"/>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7" name="Rounded Rectangle 16"/>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0" name="TextBox 19"/>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1" name="TextBox 20"/>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 Sedation plan.</a:t>
            </a:r>
          </a:p>
        </p:txBody>
      </p:sp>
      <p:sp>
        <p:nvSpPr>
          <p:cNvPr id="22" name="Rounded Rectangle 21"/>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5" name="TextBox 24"/>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6" name="TextBox 25"/>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Skip acepromazine and dexmedetomidine. Alfaxalone IV to effect. Plot BP; treat SAP &lt;80–90 or MAP &lt;60–70 (Grubb 2020).</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Tonight: CBC WNL. DexSP already given: skip NSAID (AAHA/AAFP 2015: concurrent steroid + NSAID is a leading GI-perforation risk; washout if NSAID later is undefined, ~7 d for a short-acting steroid). Ear clean, cytology/culture, 3-view films. Do not invent DexSP milligrams. Later TECA-LBO: new ASA that morning.</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7" name="Picture 6"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7" name="Rounded Rectangle 6"/>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0" name="TextBox 9"/>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1" name="Rounded Rectangle 10"/>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4" name="TextBox 13"/>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5" name="Rounded Rectangle 14"/>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8" name="TextBox 17"/>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19" name="Rounded Rectangle 18"/>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2" name="TextBox 21"/>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3" name="Rounded Rectangle 22"/>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6" name="TextBox 25"/>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7" name="Rounded Rectangle 26"/>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0" name="TextBox 29"/>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1" name="Rounded Rectangle 30"/>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4" name="TextBox 33"/>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cap, mask, gown, closed glove</a:t>
            </a:r>
          </a:p>
        </p:txBody>
      </p:sp>
      <p:sp>
        <p:nvSpPr>
          <p:cNvPr id="35" name="Rounded Rectangle 34"/>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8" name="TextBox 37"/>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a:p>
            <a:pPr algn="l">
              <a:spcAft>
                <a:spcPts val="1000"/>
              </a:spcAft>
            </a:pPr>
            <a:r>
              <a:rPr sz="1600" b="0">
                <a:solidFill>
                  <a:srgbClr val="1C1C1C"/>
                </a:solidFill>
                <a:latin typeface="Calibri"/>
              </a:rPr>
              <a:t>▸  Ear canal / mucosa: dilute PVP-I, not 7.5% scrub.</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8" name="Picture 7" descr="hektor_or.jpg"/>
          <p:cNvPicPr>
            <a:picLocks noChangeAspect="1"/>
          </p:cNvPicPr>
          <p:nvPr/>
        </p:nvPicPr>
        <p:blipFill>
          <a:blip r:embed="rId3"/>
          <a:stretch>
            <a:fillRect/>
          </a:stretch>
        </p:blipFill>
        <p:spPr>
          <a:xfrm>
            <a:off x="6172200" y="1024128"/>
            <a:ext cx="5669280" cy="3794760"/>
          </a:xfrm>
          <a:prstGeom prst="rect">
            <a:avLst/>
          </a:prstGeom>
        </p:spPr>
      </p:pic>
      <p:sp>
        <p:nvSpPr>
          <p:cNvPr id="9" name="Rounded Rectangle 8"/>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 SpO2, ETCO2, circle system, IV fluids, airway. Name every monitor on the workstation before the first incision.
Photo: MSgt Carlotta Holley, U.S. Air Force, public domain.</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13.7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Status 3-E  ·  vestibular + AS otitis  ·  skip NSAID</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Sedation</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for an ear clean. Tube, bag, and 69 mL/hr only if you intubate a 13.7 kg dog. Canal: dilute PVP-I, not 7.5% scrub.</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if signs persist. If TECA-LBO later: new ASA that morning.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Proceed with sedation. Cavalier, 13.7 kg. Acute vestibular + AS otitis + murmur. Compensated. Fill the anesthesia record. Alfaxalone, ear clean, skip NSAID after DexSP. If TECA-LBO is needed later, assign a new ASA that morning.</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hair, skin, position, drape. Surgeon: attire, gown, closed glove.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Fill the chart against the reference range: HR, RR, BP, inhalant, O2, ETCO2, SpO2, temp, fluids.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