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is not on this printout; do not invent it.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BUN 48.7 to 100 and creatinine 3.0 to 4.71 are written as recorded. Fluids 1.5 times maintenance, 40 milliliters per kilogram per day, are on the record. Do not invent overload as the cause.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is looking down on a fenestrated drape: the hole is clipped, painted skin. Hair is under the drape, not in the window. Left is a real spay with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Not on this printout</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The window: clipped skin only</a:t>
            </a:r>
          </a:p>
        </p:txBody>
      </p:sp>
      <p:pic>
        <p:nvPicPr>
          <p:cNvPr id="12" name="Picture 11" descr="yap_surgical_window.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Hair stays under the drape. Re-clip until the window is hair-free.
Photos: Cpl. Samuel A. Nasso, USMC, public domain; MC1 Ryan D. McLearnon, USN,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