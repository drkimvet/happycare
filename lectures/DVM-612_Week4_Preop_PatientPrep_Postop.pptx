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Premedicating before the examination is a dismissible event. Add other labs if the PE says so. Willie: the exam wrote 3-E; CBC did not write Status 1. MoMo: BUN/creatinine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the candidate fills are weight, HR, RR, mucous membranes and CRT, temperature, other PE findings, PCV, TP, BUN, other labs, then ASA 1 through 5. AN01 scores: perform and record the preoperative examination; request, record, and interpret the minimum labs; assign ASA. PCV and TP method is also a Clinical Techniques skill: EDTA, spin, read PCV, refractometer TP. Do not invent Willie or MoMo percentages. Willie CBC was WNL; the exam wrote 3-E. MoMo: BUN/creatinine azotemia cancelled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Willie: CBC is unremarkable; Status 3-E is the exam. MoMo: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Students write drug, concentration, dose, volume, and route for premed, induction, and analgesics. Then IV fluid name and rate. Then why those drugs. Then sedation and induction quality 1 to 5, isoflurane or sevoflurane, rebreathing or non-rebreathing, tube size, and fresh-gas flow. Willie: alfaxalone IV to effect because of the murmur. Do not invent milligrams. Skip NSAID after DexSP. LRS 69 milliliters per hour. If intubated: 7.0 millimeter, 1 liter circle.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Willie 13.7: start 7.0 millimeter, 6.5 and 7.5 in the hand. Bag: kilograms times 60, round up. Willie 822 milliliters is a 1 liter bag, circle. Fluids: Pardo 2024, dog 5 milliliters per kilogram per hour. Willie 68.5, write 69 milliliters per hour. Circle FGF: 2 to 3 liters per minute at induction, then 20 to 40 milliliters per kilogram per minute, minimum 500 milliliters per minute (Grubb 2020). NRC 200 to 400 milliliters per kilogram per minute. MoMo is teaching math only; the exploratory was cancelled.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the next slide back. The intra-op chart is later.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circle, 69 milliliters per hour,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Students name every row: heart rate, respiratory rate, SAP DAP MAP, isoflurane or sevoflurane percent, oxygen flow, end-tidal CO2, SpO2, temperature, fluid rate, total milliliters. Then the end of the case: complications or none, fluid type rate and total volume, recovery analgesics, and a signature. Willie start rate is 69 milliliters per hour.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Dog: carprofen 4.4 milligrams per kilogram SQ, about 2 hours before the procedure. Do not use carprofen in cats. Cat: Onsior 2 milligrams per kilogram SQ, first dose about 30 minutes before surgery.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Murmur, arrhythmia, crackles. A rebreathing bag can unmask a murmur.</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break the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Willie: CBC does not assign Status 1. MoMo: azotemia cancelled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DRUG, CONCENTRATION, DOSE, VOLUME, ROUTE. IVF NAME AND RATE. THEN WHY. CPE MOA 2026 APPENDIX 3.</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DKT or BAA if healthy. Willie: skip ace/dexmed.</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IV fluid rate?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PLOT HR, RR, BP, INHALANT, O2, ETCO2, SPO2, TEMP, FLUID RATE AND TOTAL. THEN COMPLICATIONS, FLUIDS, RECOVERY ANALGESICS.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Label: dogs only. Do not use in cats. Postoperative: about 2 hours before the procedure.</a:t>
            </a:r>
          </a:p>
          <a:p>
            <a:pPr algn="l">
              <a:spcAft>
                <a:spcPts val="600"/>
              </a:spcAft>
            </a:pPr>
            <a:r>
              <a:rPr sz="1600" b="0">
                <a:solidFill>
                  <a:srgbClr val="1C1C1C"/>
                </a:solidFill>
                <a:latin typeface="Calibri"/>
              </a:rPr>
              <a:t>▸  Cat: Onsior (robenacoxib) 2 mg/kg SQ. Label: cats. First dose about 30 min before surgery. OHE, castration, orthopedic. Up to 3 days.</a:t>
            </a:r>
          </a:p>
          <a:p>
            <a:pPr algn="l">
              <a:spcAft>
                <a:spcPts val="600"/>
              </a:spcAft>
            </a:pPr>
            <a:r>
              <a:rPr sz="1600" b="0">
                <a:solidFill>
                  <a:srgbClr val="1C1C1C"/>
                </a:solidFill>
                <a:latin typeface="Calibri"/>
              </a:rPr>
              <a:t>▸  Do not give Onsior to the dog in this course. Do not give carprofen to the cat.</a:t>
            </a:r>
          </a:p>
          <a:p>
            <a:pPr algn="l">
              <a:spcAft>
                <a:spcPts val="600"/>
              </a:spcAft>
            </a:pPr>
            <a:r>
              <a:rPr sz="1600" b="0">
                <a:solidFill>
                  <a:srgbClr val="1C1C1C"/>
                </a:solidFill>
                <a:latin typeface="Calibri"/>
              </a:rPr>
              <a:t>▸  Do not stack an NSAID with a steroid. Willie: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Willie’s ear is treatment,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LRS 69 mL/hr.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Classify the wound: clean, clean-contaminated, contaminated, dirty. Clean OHE: skip cefazolin. When indicated: 22 mg/kg IV 30–60 min before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