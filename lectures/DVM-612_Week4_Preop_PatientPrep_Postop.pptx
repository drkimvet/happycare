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grid is blank on purpose. Students write heart rate, respiratory rate, blood pressure, inhalant, oxygen, ETCO2, SpO2, temperature, and fluids as they go. Do not print target bands on this slide. Complications, fluids at the end, and recovery analgesics are written at the bottom. Sign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BLANK CHART. FILL IT ON A REAL PATIENT. DO NOT PRE-FILL TARGETS.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