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The three steps at the top are the general sequence. The filled table is one worked example: ear disease, DexSP already given, murmur. Healthy default is not that table. Skip NSAID because of AAHA/AAFP 2015 GI risk, not because albumin was measured. DexSP dose and time are not on this teaching record: do not invent them. Blood-pressure floors are Grubb 2020, not a Willie tracing.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The filled column is the intraoperative operating range, not the awake exam. Heart rate: anesthetized cat 100 to 180, AAFP 2018, which Grubb cites. Grubb does not publish a dog floor, so do not write 60 to 140 as if it were Grubb. Dog tachycardia alert remains 150 to 190 by size. Blood pressure: stay at or above SAP 90, MAP 70, DAP 40; hypertension is MAP over 120 to 140 or SAP over 160 to 180. ETCO2 40 to 50, up to 55, start PPV if over 60. SpO2 at least 95 percent. Temperature at least 98 Fahrenheit. Circle oxygen 2 to 3 liters then 20 to 40 milliliters per kilogram per minute, minimum 500. Fluids: dog 5, cat 3 to 5 milliliters per kilogram per hour. Inhalant to effect. Time cells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THEN 24 HOURS OF MONITORING AND COMPLICATION MANAGEMENT. CPE MOA 2026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FOR TONIGHT’S EAR CLEAN AND FOR A LATER TECA-LBO. DEXSP: SKIP NSAID.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HEALTHY SEQUENCE, THEN ONE WORKED EXAMPLE. WRITE DRUG, CONCENTRATION, DOSE, VOLUME, ROUTE.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 The table below is not the default.</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CLIP TO ANATOMIC LANDMARKS, NOT A FIXED 20 CM.</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SAY IT. CORRECT IT. AFTER THE INCISION, EVERY BREAK MUST BE FULLY CORRECTED.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OPERATING RANGE IS UNDER ANESTHESIA, NOT THE AWAKE EXAM. TIME CELLS STAY EMPTY UNTIL A REAL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ON-LABEL NSAIDS. DOG: CARPROFEN. CAT: ONSIOR.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MONITOR AND MANAGE. HEMORRHAGE, HERNIA, AND DEHISCENCE ARE TECHNICAL FAILURES YOU MUST RECOGNIZE.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 EAR DISEASE + DEXSP. RE-ASSIGN ASA ON THE DAY OF ANY LATER TECA-LBO.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EXAMPLES. BOTH RECEIVED A PREOPERATIVE EVALUATION. ONLY WILLIE WAS SEDATED.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AND SURGERY COMPETENCIES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8" name="Rounded Rectangle 7"/>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1" name="TextBox 10"/>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2" name="Rounded Rectangle 11"/>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5" name="TextBox 14"/>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6" name="Rounded Rectangle 15"/>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9" name="TextBox 18"/>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20" name="Rounded Rectangle 19"/>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3" name="TextBox 22"/>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4" name="Rounded Rectangle 23"/>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7" name="TextBox 26"/>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HR, RR, BP, inhalant, O2, ETCO2, SpO2, temp, fluids. Then complications, recovery analgesics, and sign.</a:t>
            </a:r>
          </a:p>
        </p:txBody>
      </p:sp>
      <p:sp>
        <p:nvSpPr>
          <p:cNvPr id="28" name="Rounded Rectangle 27"/>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1" name="TextBox 30"/>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