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the ASA chart first. Then MoMo: PE, then labs, then the students write the status. Do not give them 4-E before they commit. Then Willie the same way: PE, then labs, then they write the status. Do not give them 3-E before they commit.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After the ASA chart: MoMo is the first quiz, then Willie. Neither is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name once: American Society of Anesthesiologists, ASA. Then read the 2020 AAHA table with MOA Appendix 2: Status 1 healthy, Status 2 mild and compensated, Status 3 moderate and compensated, Status 4 a constant threat to life, Status 5 moribund. E means emergency. Do not preview MoMo or Willie. Next: one cat’s PE, then labs, then they write the status. Then the dog.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ASA quiz, after the chart. Read the PE from today’s record. Do not say 4-E yet. Pause on the photograph. Be respectful; this cat died. Do not put the client name on the board. Vitals list QAR and tacky mucous membranes; the oral and neuro lines list pink moist CRT less than 2 seconds and BAR. Both wordings are on the record; do not reconcile them into a story. Fear-based aggression is on the history; do not put the owner incident on the board. Next slide is the actual lab numbers, then they write the status. No DexSP. No Unasyn. No Cerenia.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First chemistry: BUN 48.7 (15 to 32), creatinine 3.0 (0.8 to 1.8). Later panel: BUN 100, creatinine 4.71 (0.50 to 1.90), HCT 44 percent in range, BE minus 7.4, sodium 142, glucose 136. WBC 26, neutrophils 24. TP is not on this printout; do not invent it. Hyperphosphatemia is on the problem list without a milligrams-per-deciliter number on these pages. Fluids were recorded as 1.5 times maintenance, 40 milliliters per kilogram per day. Do not invent fluid overload as the mechanism. USG from the previous day was within normal limits. Differentials on the record are not assigned as the diagnosis. Do not advance until they say a number. Then the key: Status 4-E. Uncompensated, a constant threat to life. Not 1: the PE is not normal, and azotemia is not a healthy cat. Not 3: Status 3 is compensated. Rising creatinine, a non-functional right kidney, and a left kidney with reduced corticomedullary architecture are not compensated IRIS-stage CKD. Emergency because vomiting and lethargy are acute. The workup cancelled the cut. Owner elected euthanasia. Never put DexSP on this cat. Do not teach Unasyn or Cerenia as an ASA protocol. Slide 35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ASA quiz. Read the PE from today’s record. Do not say 3-E yet. Do not put the client name on the board. No DexSP, alfaxalone, ear clean, or TECA. Next slide is the actual lab numbers, then they write the status.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HCT 47.5 percent is on the CBC; this hour still teaches spun PCV on other patients. BUN 11.9 and creatinine 0.7 are in range. Phosphorus 6.0 and glucose 130 are above this lab’s range. Do not invent a renal diagnosis from phosphorus alone, and do not invent diabetes from one glucose. CBC values on this printout are in range. Do not advance until they say a number. Then the key: Status 3-E. Moderate systemic disease that is still compensated. Emergency because the ataxia plus AS otitis is acute. Not 1: the PE is not normal. Not 4: pink, CRT 2 seconds, BUN and creatinine in range, not a constant threat to life today. Mild high phosphorus and glucose do not write Status 4. No Willie treatment plan. Slide 36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They already wrote MoMo, then Willie, on the quizzes. ASA cells stay blank on purpose.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The filled table is a 25 kilogram ASA 1 elective OHE: carprofen 4.4 milligrams per kilogram SQ, LRS 125 milliliters per hour. It is not a hospital-patient protocol.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BUN 48.7 to 100 and creatinine 3.0 to 4.71 are written as recorded. Fluids 1.5 times maintenance, 40 milliliters per kilogram per day, are on the record. Do not invent overload as the cause. Say it once, respectfully, then continue.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That skip is Frey 2022 AAFP/AAHA Antimicrobial Stewardship. Timing the first dose 30 to 60 minutes before incision is also Frey 2022. Do not tell them AAHA published 22 milligrams per kilogram. That dose is Gonzalez 2017, extra-label in dogs. Whittem 1999 is a second dose if surgery lasted more than 90 minutes, not a q90 Gonzalez or AAHA schedule. Clean-contaminated: controlled entry into gut, airway, or bladder. Contaminated: fresh trauma or major spillage. Dirty: pus. An infected ear is dirty: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That is 0.2 percent. Do not put undiluted 10 percent human Betadine or undiluted 5 percent veterinary paint on the cornea. One case of corneal epithelial edema at 1 to 2, which is 5 percent. Do not upgrade that to a claim that Roberts proved massive toxicity from neat 10 percent; they recommended 1 to 50 after seeing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door: shoe covers, cap, mask. Gown after the hand scrub, not in the hallway. Closed glove.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0.2 percent, 2 plus 2 minutes, not undiluted 10 percent or 5 percent paint;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first quiz. Status 4-E. Why not 1, why not 3. No DexSP. No Unasyn. No Cerenia. Do not invent fluid overload.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second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American Society of Anesthesiologists (ASA) status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American Society of Anesthesiologists (ASA)</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today’s PE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SF DSH, 6 yr, 4.25 kg, BCS 5/9. Acute vomiting and lethargy this morning. Two vomits (food, then liquid). Construction at home. T 98.0 °F, HR 200, RR 30, mm pink tacky, CRT &lt;2 s, QAR. Do not write the ASA yet.</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Possible FB or toxin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Abdomen and the rest of PE</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Mildly enlarged abdomen on palpation. Rectal not examined.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Eyes, ears, nose normal. Oral pink, CRT &lt;2. Lungs clear, eupneic. No murmur, regular rhythm. Ambulatory ×4. LN and skin WNL. Neuro: normal gait, CNs intact. MCS 3/3. Generalized small stature.</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44%  (28–50)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Not on this printout</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48.7 → 100 (15–32). Cr 3.0 → 4.71.</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WBC 26 (3–16). Neutrophils 24 (4–11). Na 142. BE −7.4. Glucose 136. Phos high; no number printed.</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600" b="1">
                <a:solidFill>
                  <a:srgbClr val="0B2C4A"/>
                </a:solidFill>
                <a:latin typeface="Calibri"/>
              </a:rPr>
              <a:t>Quiz. Assign ASA. Add E if emergency. Write it before you hear the key. AUS: right kidney fluid-filled, non-functional; left kidney reduced corticomedullary architecture.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3?</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Is this still compensated CKD, or a constant threat to life?</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Cut today?</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Exploratory on vomiting and an enlarged abdomen?</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MN Cavalier, 6 y 11 mo, 13.7 kg. Acute ataxia and disorientation ~1 hour. Found on the floor; fell off the couch twice. Abnormal paw placement. Cytopoint. T 100.8 °F, HR 132, RR 52, mm pink, CRT 2 s, dull/quiet.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Ataxia. Disorientation. Could not stand without falling. Abnormal paw placement / sliding on a forelimb. Dull, quiet.</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Lungs clear, eupneic. Heavy tartar. Yellow crusts on the nasal philtrum. Eyes: PLR present.</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This slide is the examination. Next: today’s chemistry and CBC, including HCT and TP. Then you write the ASA. Add E if this is an emergency. Owner identifiers stay off these slides.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47.5%  (36.9–60.0)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6.4 g/dL  (5.5–7.6)</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11.9 (9.0–29.0). Cr 0.7 (0.4–1.4).</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Phos 6.0 (1.9–5.0). Glucose 130 (75–125). CBC in range.</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7" name="Picture 6"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first. Clean elective: skip (Frey 2022 AAFP/AAHA stewardship). When prophylaxis is indicated: 30–60 min before incision; cefazolin 22 mg/kg IV (Gonzalez 2017, extra-label). Redose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0.2% only. 2 min scrub + 2 min soak. Do not put 10% or 5% undiluted on the cornea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0.2%: 2 min scrub + 2 min soak
10% stock → dilute 1:50
5% bottle → dilute 1:25
Not 10% or 5% undiluted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healthy cornea. 1:50 of 10% = 0.2%, 2-min scrub + 2-min soak. Do not use undiluted 10% or undiluted 5% paint. 1:2 caused edema in 1/15 eyes. Perforation: saline.</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0.2% (10% 1:50 or 5% 1:25). 2 min + 2 min. Not 10% or 5% undiluted.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9" name="Picture 8"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2" name="Picture 11"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sp>
        <p:nvSpPr>
          <p:cNvPr id="8" name="Rounded Rectangle 7"/>
          <p:cNvSpPr/>
          <p:nvPr/>
        </p:nvSpPr>
        <p:spPr>
          <a:xfrm>
            <a:off x="6172200" y="1024128"/>
            <a:ext cx="566928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133856"/>
            <a:ext cx="534924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6309360" y="1554480"/>
            <a:ext cx="539496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door attire, then gown,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0.2% (10% 1:50 or 5% 1:25), 2 min scrub + 2 min soak. Not 10% or 5% undiluted.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MoMo is Status 4-E</a:t>
            </a:r>
          </a:p>
        </p:txBody>
      </p:sp>
      <p:sp>
        <p:nvSpPr>
          <p:cNvPr id="7" name="Rounded Rectangle 6"/>
          <p:cNvSpPr/>
          <p:nvPr/>
        </p:nvSpPr>
        <p:spPr>
          <a:xfrm>
            <a:off x="457200" y="1051560"/>
            <a:ext cx="11247120" cy="73152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MoMo  ·  SF DSH  ·  4.25 kg  ·  today’s PE and today’s labs write the status. Do not cut.</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FFFFFF"/>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vomiting and lethargy. Azotemia. Right kidney fluid-filled and non-functional. Left kidney reduced corticomedullary architecture.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FFFFFF"/>
                </a:solidFill>
                <a:latin typeface="Calibri"/>
              </a:rPr>
              <a:t>Uncompensated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BUN 48.7 → 100. Cr 3.0 → 4.71. BE −7.4. Na 142. HR 200, tacky mm. That is a constant threat to life.</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FFFFFF"/>
                </a:solidFill>
                <a:latin typeface="Calibri"/>
              </a:rPr>
              <a:t>Not Status 3</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Status 3 is moderate and compensated. A HCT of 44% in range does not write Status 1. This is not compensated CKD.</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FFFFFF"/>
                </a:solidFill>
                <a:latin typeface="Calibri"/>
              </a:rPr>
              <a:t>Do not cut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Exploratory cancelled. NSAIDs contraindicated. Owner elected euthanasia. Record SURGERY CANCELLED.</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and today’s labs write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ataxia and disorientation. AS otitis. Grade II/VI murmur. That is moderate systemic disease, not a normal PE.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CRT 2 s. BUN 11.9 and creatinine 0.7 in range.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HCT 47.5% in range does not write Status 1. Otitis plus ataxia plus a murmur is not Status 1.</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Phos 6.0 and glucose 130 are high. They do not write Status 4. Status 4 is a constant threat to life.</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