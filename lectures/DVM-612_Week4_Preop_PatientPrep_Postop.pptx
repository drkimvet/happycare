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Thirty-seven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total protein, is 5.1 grams per deciliter. Do not treat TP as albumin. Pardo 2.0 is albumin, not this number.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34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That is 0.2 percent. Do not put undiluted 10 percent human Betadine or undiluted 5 percent veterinary paint on the cornea. One case of corneal epithelial edema at 1 to 2, which is 5 percent. Do not upgrade that to a claim that Roberts proved massive toxicity from neat 10 percent; they recommended 1 to 50 after seeing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is looking down on a fenestrated drape: the hole is clipped, painted skin. Hair is under the drape, not in the window. Left is a real spay with hair at the margin: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37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 (total protein)</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5.1 g/dL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0.2% only. 2 min scrub + 2 min soak. Do not put 10% or 5% undiluted on the cornea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0.2%: 2 min scrub + 2 min soak
10% stock → dilute 1:50
5% bottle → dilute 1:25
Not 10% or 5% undiluted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healthy cornea. 1:50 of 10% = 0.2%, 2-min scrub + 2-min soak. Do not use undiluted 10% or undiluted 5% paint. 1:2 caused edema in 1/15 eyes. Perforation: saline.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0.2%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The window: clipped skin only</a:t>
            </a:r>
          </a:p>
        </p:txBody>
      </p:sp>
      <p:pic>
        <p:nvPicPr>
          <p:cNvPr id="12" name="Picture 11" descr="yap_surgical_window.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Hair stays under the drape. Re-clip until the window is hair-free.
Photos: Cpl. Samuel A. Nasso, USMC, public domain; MC1 Ryan D. McLearnon, USN,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