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is not on this printout; do not invent it.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PE from today’s record. Do not say 3-E yet. Do not put the client name on the board. No DexSP, alfaxalone, ear clean, or TECA. Next slide is the actual lab numbers, then they write the status.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ataxia plus AS otitis is acute. Not 1: the PE is not normal. Not 4: pink, CRT 2 seconds, BUN and creatinine in range, not a constant threat to life today. Mild high phosphorus and glucose do not write Status 4. No Willie treatment plan. Slide 36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BUN 48.7 to 100 and creatinine 3.0 to 4.71 are written as recorded. Fluids 1.5 times maintenance, 40 milliliters per kilogram per day, are on the record. Do not invent overload as the cause. Say it once, respectfully, then continue.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An infected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on an intact cornea;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Not on this printout</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Abnormal paw placement.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Ataxia. Disorientation. Could not stand without falling. Abnormal paw placement / sliding on a forelimb. Dull, quiet.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eupneic. Heavy tartar. Yellow crusts on the nasal philtrum. Eyes: PLR present.</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This slide is the examination. Next: today’s chemistry and CBC, including HCT and TP. Then you write the ASA. Add E if this is an emergency.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ataxia and disorientation.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Otitis plus ataxia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